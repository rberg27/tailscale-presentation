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68925d98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68925d98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68925d9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68925d9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68925d98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68925d98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jpg"/><Relationship Id="rId5" Type="http://schemas.openxmlformats.org/officeDocument/2006/relationships/image" Target="../media/image1.jpg"/><Relationship Id="rId6" Type="http://schemas.openxmlformats.org/officeDocument/2006/relationships/image" Target="../media/image5.png"/><Relationship Id="rId7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johns hopki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800" y="1009725"/>
            <a:ext cx="2148449" cy="107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Wharton GAIL logo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0925" y="2890150"/>
            <a:ext cx="2372175" cy="146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duke_university_logo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613" y="2571750"/>
            <a:ext cx="1578825" cy="157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Doom Coding Screensho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13838" y="1009725"/>
            <a:ext cx="2980751" cy="31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Wharton-Logo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70923" y="1009729"/>
            <a:ext cx="2372174" cy="133437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1804725" y="300900"/>
            <a:ext cx="51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Ryan Bergamini, Tailscale Enthusiast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972500" y="4380900"/>
            <a:ext cx="519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Coding from anywhere with https://github.com/rberg27/doom-coding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AI IS GOING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boundaries, new interfaces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Coding from phone: https://youtu.be/xCd9ykretlg?t=119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AI-powered IoT: https://www.linkedin.com/posts/emollick_one-fun-thing-about-ai-is-that-it-lets-you-share-7448120269430378496-1qm6?utm_source=share&amp;utm_medium=member_desktop&amp;rcm=ACoAAGT9kLoBQFeolND_yAExZewoyrVfiKgkqRg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Building apps via text: https://www.anything.com/text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Adult In The Room → Adult On The Go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https://tailscale.com/blog/adult-in-the-room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Tailscale = the Vercel of Local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AI is defining new interfaces, how can Tailscale be the go-to place to test?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Local testing → Reliable, Simple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 an AI Application without figuring out hosting networking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Build a tutor via Claude Skills and local files - was able to test the app on the go by remoting to the terminal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Problems I experience: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Copying </a:t>
            </a:r>
            <a:r>
              <a:rPr lang="en"/>
              <a:t>telnet</a:t>
            </a:r>
            <a:r>
              <a:rPr lang="en"/>
              <a:t> address then </a:t>
            </a:r>
            <a:r>
              <a:rPr lang="en"/>
              <a:t>adding</a:t>
            </a:r>
            <a:r>
              <a:rPr lang="en"/>
              <a:t> the port to open the Browser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Creating a mobile DNS to use the Expo App without dynamically changing the database links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Could you build an Arduino tool to make IoT on tailscale easy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Owning your own intelligence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Open-Source Models, local compute, fine-tuned models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